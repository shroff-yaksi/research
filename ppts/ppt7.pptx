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deca4117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deca4117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5b76b64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5b76b645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5b76b645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5b76b645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5b76b645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5b76b645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5b76b645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5b76b645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5b76b645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5b76b6452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5b76b645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5b76b6452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5b76b645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5b76b6452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5b76b645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5b76b6452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Research Presentation</a:t>
            </a:r>
            <a:b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8901" y="381000"/>
            <a:ext cx="985197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00050"/>
            <a:ext cx="1143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-9949575" y="1027425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7200" y="2590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Yaksi Ketan Shroff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(202203103510201)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Dr. Vishvajit Bakrola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57200" y="4495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AMTICS, UTU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581406" y="6324600"/>
            <a:ext cx="1785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19 November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02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Research Problem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Scope of Study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Methodology Overview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–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Privacy-Preserving Diffusion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–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Federated Learning &amp; Decentralized Privacy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–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Rare-Event Modeling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Gaps Identified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Conceptual Framework Proposed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Evaluation Protocol Designed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Final Outcomings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57200" y="162361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Tabular Data Generation at the Intersection of Data in finance, healthcare, education is restricted by GDPR &amp; DPDP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tabular data offers a privacy-safe alternative.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are emerging as the most reliable generators for tabular data.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Challenge: Achieving privacy, high fidelity, and rare-event preservation simultaneously.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Research Problem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To understand and analyze diffusion-based synthetic tabular data generators that: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Provide quantifiable differential privacy,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Retain statistical + predictive fidelity,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Preserve rare and extreme events (&lt;1% prevalence) essential for high-impact applications.</a:t>
            </a:r>
            <a:b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Regulatory need: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GDPR/DPDP restrict data sharing.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Modeling gaps: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GANs/VAEs fail with mixed types, privacy, and tail events.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Practical importance: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Fraud detection, disease outbreaks, risk modeling rely heavily on rare events.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offer a promising direction.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429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Scope of Study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Focus on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single-table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tabular datasets.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Models studied: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DDPM, TabDDPM, CoDi, MTabGen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Privacy mechanisms: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DP-SGD, RDP, Federated DP diffusion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modeling through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EVT, tail-aware sampling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Not implementing multi-table, causal fairness, or large-scale deployment.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Survey diffusion-based tabular synthesis and privacy-preserving methods.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Compare architectures for mixed-type feature generation.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Analyze rare-event modeling strategies using EVT.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Identify gaps in privacy–fidelity–rare-event trade-offs.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Propose a conceptual pipeline integrating all three.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Methodology Overview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Review of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45 peer-reviewed papers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Categorized across: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architectures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Privacy-preserving diffusion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Federated learning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modeling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Evaluation metrics &amp; privacy attacks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Comparative tables, metric analysis, and synthesis matrix.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Privacy-Preserving Diffusion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Works analyzed: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DPDM, DP-FedTabDiff, DP-Fed-FinDiff, FairSYN-Edu.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Key observations: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DP-SGD adds quantifiable noise → reduces leakage.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Federated diffusion prevents raw data sharing.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Strong privacy (ε ≤ 1) hurts fidelity and tail accuracy.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 model fully balances privacy + rare-event preservation.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Federated Learning &amp; Decentralized Privacy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457200" y="1600200"/>
            <a:ext cx="822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Federated diffusion enables cross-institution collaboration.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Substantial privacy gain (~34%) at ε ≈ 1.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But: non-IID data, gradient noise → tail-class accuracy suffers.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Rare-Event Modeling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457200" y="1600200"/>
            <a:ext cx="8229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Rare events (&lt;1% frequency) are critical in real-world tasks.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Works studied: EVT-GAN, EVT-Mix, RareDiffusion.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Key observations: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EVT improves tail recall by 15–20%.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lack built-in rare-event emphasis.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 existing method offers both DP + rare-event fidelity.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Gaps Identified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457200" y="1600200"/>
            <a:ext cx="8229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Across all literature: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 unified model balancing Privacy–Fidelity–Rare Events.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leak information under MIAs.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performance mostly unreported.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DP heavily damages tail fidelity.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Evaluation frameworks do not include EVT-based metrics.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Conceptual Framework Proposed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457200" y="1600200"/>
            <a:ext cx="8229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Your conceptual model integrates: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Dual-stream diffusion for mixed-type features.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Adaptive DP-SGD for formal privacy.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EVT-guided rare-event conditioning.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Unified evaluation suite: Utility + Fidelity + Privacy + Tail metrics.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This addresses the tri-objective gap.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Evaluation Protocol Designed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457200" y="1600200"/>
            <a:ext cx="82296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Designed a comprehensive evaluation plan including: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Statistical Fidelity: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JS Divergence, Wasserstein, Correlation recovery.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Predictive Utility: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TSTR, TRTS, AUROC.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Privacy Risk: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DCR, MIA AUC, re-identification metrics.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Accuracy: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Tail F1, EVT Quantile Error.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Final Outcomings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457200" y="1600200"/>
            <a:ext cx="82296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7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7" title="Screenshot 2025-11-19 at 08.1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75" y="1343225"/>
            <a:ext cx="6971450" cy="50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Final Outcomings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457200" y="1600200"/>
            <a:ext cx="82296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8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28" title="Screenshot 2025-11-19 at 08.19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038" y="2181525"/>
            <a:ext cx="6731926" cy="341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457200" y="1600200"/>
            <a:ext cx="8229600" cy="4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tabular data is crucial for privacy-preserving analytics.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outperform GANs/VAEs in fidelity.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Strong privacy worsens rare-event performance.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Existing models fail to achieve the privacy–fidelity–rare-event balance.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 framework that offers a unified direction toward closing this gap.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Future Work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457200" y="1600200"/>
            <a:ext cx="8229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Implement DP-Diffusion with adaptive privacy budgets.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Integrate EVT-based rare-event calibration.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Develop composite evaluation benchmark.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Test on finance &amp; healthcare datasets.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Compare with CTGAN, TVAE, non-private diffusion.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457200" y="12652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